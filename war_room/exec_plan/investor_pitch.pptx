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 &amp;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Thailand smartphone market ~7.5 M units per quarter (Q3 2025)</a:t>
            </a:r>
          </a:p>
          <a:p>
            <a:pPr>
              <a:defRPr sz="1600"/>
            </a:pPr>
            <a:r>
              <a:t>Mass‑market segment THB 5 k–15 k accounts for &gt;40 % of shipments</a:t>
            </a:r>
          </a:p>
          <a:p>
            <a:pPr>
              <a:defRPr sz="1600"/>
            </a:pPr>
            <a:r>
              <a:t>Top competitors: Samsung 24 %, OPPO 17 %, Xiaomi 15 %, Apple 13 %【693812817783168†L38-L53】</a:t>
            </a:r>
          </a:p>
          <a:p>
            <a:pPr>
              <a:defRPr sz="1600"/>
            </a:pPr>
            <a:r>
              <a:t>5 G adoption and battery endurance drive consumer choice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&amp; Go‑to‑Market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Deliver flagship‑level features (120 Hz, Dimensity 8100, IP68) at THB 8 999</a:t>
            </a:r>
          </a:p>
          <a:p>
            <a:pPr>
              <a:defRPr sz="1600"/>
            </a:pPr>
            <a:r>
              <a:t>Focus on Gen Z, young professionals and first‑time 5 G families</a:t>
            </a:r>
          </a:p>
          <a:p>
            <a:pPr>
              <a:defRPr sz="1600"/>
            </a:pPr>
            <a:r>
              <a:t>Leverage real‑time analytics to time launch during competitor lulls</a:t>
            </a:r>
          </a:p>
          <a:p>
            <a:pPr>
              <a:defRPr sz="1600"/>
            </a:pPr>
            <a:r>
              <a:t>Omni‑channel distribution: Shopee, Lazada, JD Central, Telco bundles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 &amp;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Budget: THB 50 M (product dev 8 M, manufacturing 12 M, marketing 15 M, partners 5 M, support 2 M, contingency 8 M)</a:t>
            </a:r>
          </a:p>
          <a:p>
            <a:pPr>
              <a:defRPr sz="1600"/>
            </a:pPr>
            <a:r>
              <a:t>Sales target: 100 k units in Q2 2025, ~1.3 % market share</a:t>
            </a:r>
          </a:p>
          <a:p>
            <a:pPr>
              <a:defRPr sz="1600"/>
            </a:pPr>
            <a:r>
              <a:t>Optimal price point: THB 8 999 (forecast model) with predicted break‑even by Q4 2025</a:t>
            </a:r>
          </a:p>
          <a:p>
            <a:pPr>
              <a:defRPr sz="1600"/>
            </a:pPr>
            <a:r>
              <a:t>KPIs: &gt;80 % sell‑through in 60 days, 50 % brand awareness among target segments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